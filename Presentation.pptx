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56" r:id="rId4"/>
    <p:sldId id="257" r:id="rId5"/>
    <p:sldId id="263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8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6.xml"/><Relationship Id="rId2" Type="http://schemas.openxmlformats.org/officeDocument/2006/relationships/image" Target="../media/image1.png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image" Target="../media/image2.png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4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image" Target="../media/image5.png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image" Target="../media/image6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image" Target="../media/image7.png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51.xml"/><Relationship Id="rId3" Type="http://schemas.openxmlformats.org/officeDocument/2006/relationships/image" Target="../media/image8.png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54.xml"/><Relationship Id="rId3" Type="http://schemas.openxmlformats.org/officeDocument/2006/relationships/image" Target="../media/image9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37205" y="5385390"/>
            <a:ext cx="9799200" cy="1472400"/>
          </a:xfrm>
        </p:spPr>
        <p:txBody>
          <a:bodyPr/>
          <a:p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2921635" y="390525"/>
            <a:ext cx="635381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ru-RU" altLang="en-US" sz="4800" b="1" spc="400">
                <a:latin typeface="Arial" panose="020B0604020202020204" pitchFamily="34" charset="0"/>
                <a:ea typeface="Microsoft YaHei" panose="020B0503020204020204" charset="-122"/>
              </a:rPr>
              <a:t>Идея игры: танки</a:t>
            </a:r>
            <a:endParaRPr lang="ru-RU" altLang="en-US" sz="4800" b="1" spc="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pic>
        <p:nvPicPr>
          <p:cNvPr id="2" name="Изображение 1" descr="Снимок экрана (2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80" y="1564640"/>
            <a:ext cx="7894955" cy="4441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76290" y="538480"/>
            <a:ext cx="3735070" cy="705485"/>
          </a:xfrm>
        </p:spPr>
        <p:txBody>
          <a:bodyPr/>
          <a:p>
            <a:r>
              <a:rPr lang="ru-RU" altLang="en-US"/>
              <a:t>Главное меню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35635" y="2887980"/>
            <a:ext cx="3315970" cy="1205865"/>
          </a:xfr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marL="0" indent="0" algn="ctr">
              <a:buNone/>
            </a:pPr>
            <a:r>
              <a:rPr lang="ru-RU" altLang="en-US"/>
              <a:t>Цель игры - уничтожить всех врагов, самому при этом не умерев</a:t>
            </a:r>
            <a:endParaRPr lang="ru-RU" altLang="en-US"/>
          </a:p>
        </p:txBody>
      </p:sp>
      <p:pic>
        <p:nvPicPr>
          <p:cNvPr id="4" name="Изображение 3" descr="Снимок экрана (1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80" y="1555115"/>
            <a:ext cx="6881495" cy="3870960"/>
          </a:xfrm>
          <a:prstGeom prst="rect">
            <a:avLst/>
          </a:prstGeom>
        </p:spPr>
      </p:pic>
      <p:sp>
        <p:nvSpPr>
          <p:cNvPr id="6" name="Замещающее содержимое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5635" y="710565"/>
            <a:ext cx="3315970" cy="1535430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>
                <a:sym typeface="+mn-ea"/>
              </a:rPr>
              <a:t>Игра представляет собой игру с танками, где пули отскакивают от препятсвий.</a:t>
            </a:r>
            <a:endParaRPr lang="ru-RU" altLang="en-US"/>
          </a:p>
        </p:txBody>
      </p:sp>
      <p:sp>
        <p:nvSpPr>
          <p:cNvPr id="5" name="Замещающее содержимое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5635" y="4670425"/>
            <a:ext cx="3315970" cy="1535430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На главном меню показаны декорации и общий дизайн уровней в игре</a:t>
            </a:r>
            <a:endParaRPr lang="ru-RU" altLang="en-US"/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39160" y="400685"/>
            <a:ext cx="3573780" cy="705485"/>
          </a:xfrm>
        </p:spPr>
        <p:txBody>
          <a:bodyPr/>
          <a:p>
            <a:r>
              <a:rPr lang="ru-RU" altLang="en-US"/>
              <a:t>Поворот дула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3550" y="4846320"/>
            <a:ext cx="5179060" cy="1249680"/>
          </a:xfr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marL="0" indent="0" algn="ctr">
              <a:buNone/>
            </a:pPr>
            <a:r>
              <a:rPr lang="ru-RU" altLang="en-US"/>
              <a:t>Дуло поворачивается в сторону курсора мышки, куда смотрит курсор, туда же смотрит дуло</a:t>
            </a:r>
            <a:endParaRPr lang="ru-RU" altLang="en-US"/>
          </a:p>
        </p:txBody>
      </p:sp>
      <p:pic>
        <p:nvPicPr>
          <p:cNvPr id="6" name="Изображение 5" descr="Снимок экрана (2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1313815"/>
            <a:ext cx="5080000" cy="2858135"/>
          </a:xfrm>
          <a:prstGeom prst="rect">
            <a:avLst/>
          </a:prstGeom>
        </p:spPr>
      </p:pic>
      <p:pic>
        <p:nvPicPr>
          <p:cNvPr id="7" name="Изображение 6" descr="Снимок экрана (2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55770"/>
            <a:ext cx="4575175" cy="25742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76290" y="538480"/>
            <a:ext cx="3878580" cy="705485"/>
          </a:xfrm>
        </p:spPr>
        <p:txBody>
          <a:bodyPr>
            <a:normAutofit fontScale="90000"/>
          </a:bodyPr>
          <a:p>
            <a:r>
              <a:rPr lang="ru-RU" altLang="en-US"/>
              <a:t>Первый уровень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35635" y="538480"/>
            <a:ext cx="3315970" cy="1640840"/>
          </a:xfr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marL="0" indent="0" algn="ctr">
              <a:buNone/>
            </a:pPr>
            <a:r>
              <a:rPr lang="ru-RU" altLang="en-US"/>
              <a:t>На первом уровне нас встречает танк-враг, который будет искать и атаковать нас.</a:t>
            </a:r>
            <a:endParaRPr lang="ru-RU" altLang="en-US"/>
          </a:p>
        </p:txBody>
      </p:sp>
      <p:sp>
        <p:nvSpPr>
          <p:cNvPr id="6" name="Замещающее содержимое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35635" y="2661285"/>
            <a:ext cx="3315970" cy="1535430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Когда заканчивается здоровье игрока, сцена меняется на сцену поражения</a:t>
            </a:r>
            <a:endParaRPr lang="ru-RU" altLang="en-US"/>
          </a:p>
        </p:txBody>
      </p:sp>
      <p:pic>
        <p:nvPicPr>
          <p:cNvPr id="5" name="Изображение 4" descr="Снимок экрана (15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440" y="1664970"/>
            <a:ext cx="7260590" cy="4084320"/>
          </a:xfrm>
          <a:prstGeom prst="rect">
            <a:avLst/>
          </a:prstGeom>
        </p:spPr>
      </p:pic>
      <p:sp>
        <p:nvSpPr>
          <p:cNvPr id="7" name="Замещающее содержимое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5635" y="4598670"/>
            <a:ext cx="3315970" cy="192468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Если игрок попал и уничтожил врага, вызывается анимация его смерти, и сцена менятеся на победную</a:t>
            </a:r>
            <a:endParaRPr lang="ru-RU" altLang="en-US"/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76290" y="538480"/>
            <a:ext cx="4144645" cy="705485"/>
          </a:xfrm>
        </p:spPr>
        <p:txBody>
          <a:bodyPr>
            <a:normAutofit fontScale="90000"/>
          </a:bodyPr>
          <a:p>
            <a:r>
              <a:rPr lang="ru-RU" altLang="en-US"/>
              <a:t>Сцена поражения</a:t>
            </a:r>
            <a:endParaRPr lang="ru-RU" altLang="en-US"/>
          </a:p>
        </p:txBody>
      </p:sp>
      <p:sp>
        <p:nvSpPr>
          <p:cNvPr id="6" name="Замещающее содержимое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4995" y="1836420"/>
            <a:ext cx="3315970" cy="119824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При уничтожении игрока, сцена меняется на поражение</a:t>
            </a:r>
            <a:endParaRPr lang="ru-RU" altLang="en-US"/>
          </a:p>
        </p:txBody>
      </p:sp>
      <p:pic>
        <p:nvPicPr>
          <p:cNvPr id="9" name="Изображение 8" descr="Снимок экрана (2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225" y="1836420"/>
            <a:ext cx="7197090" cy="4048760"/>
          </a:xfrm>
          <a:prstGeom prst="rect">
            <a:avLst/>
          </a:prstGeom>
        </p:spPr>
      </p:pic>
      <p:sp>
        <p:nvSpPr>
          <p:cNvPr id="11" name="Замещающее содержимое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4995" y="3877945"/>
            <a:ext cx="3315970" cy="1228090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Здесь есть две кнопки, обе из них работают правильно</a:t>
            </a:r>
            <a:endParaRPr lang="ru-RU" altLang="en-US"/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76290" y="538480"/>
            <a:ext cx="4144645" cy="705485"/>
          </a:xfrm>
        </p:spPr>
        <p:txBody>
          <a:bodyPr>
            <a:normAutofit/>
          </a:bodyPr>
          <a:p>
            <a:r>
              <a:rPr lang="ru-RU" altLang="en-US"/>
              <a:t>Сцена победы</a:t>
            </a:r>
            <a:endParaRPr lang="ru-RU" altLang="en-US"/>
          </a:p>
        </p:txBody>
      </p:sp>
      <p:sp>
        <p:nvSpPr>
          <p:cNvPr id="6" name="Замещающее содержимое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4995" y="1582420"/>
            <a:ext cx="3315970" cy="119824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При уничтожении всех ботов на уровне, сцена меняется на победную</a:t>
            </a:r>
            <a:endParaRPr lang="ru-RU" altLang="en-US"/>
          </a:p>
        </p:txBody>
      </p:sp>
      <p:sp>
        <p:nvSpPr>
          <p:cNvPr id="11" name="Замещающее содержимое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94995" y="3233420"/>
            <a:ext cx="3315970" cy="1228090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Здесь есть три кнопки, все из них работают правильно</a:t>
            </a:r>
            <a:endParaRPr lang="ru-RU" altLang="en-US"/>
          </a:p>
        </p:txBody>
      </p:sp>
      <p:pic>
        <p:nvPicPr>
          <p:cNvPr id="3" name="Изображение 2" descr="Снимок экрана (1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505" y="1582420"/>
            <a:ext cx="6868160" cy="3863975"/>
          </a:xfrm>
          <a:prstGeom prst="rect">
            <a:avLst/>
          </a:prstGeom>
        </p:spPr>
      </p:pic>
      <p:sp>
        <p:nvSpPr>
          <p:cNvPr id="4" name="Замещающее содержимое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4995" y="4914265"/>
            <a:ext cx="3315970" cy="1228090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Третья кнопка ведёт нас на следующий, последний уровень</a:t>
            </a:r>
            <a:endParaRPr lang="ru-RU" altLang="en-US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76290" y="538480"/>
            <a:ext cx="4144645" cy="705485"/>
          </a:xfrm>
        </p:spPr>
        <p:txBody>
          <a:bodyPr>
            <a:normAutofit/>
          </a:bodyPr>
          <a:p>
            <a:r>
              <a:rPr lang="ru-RU" altLang="en-US"/>
              <a:t>Второй уровень</a:t>
            </a:r>
            <a:endParaRPr lang="ru-RU" altLang="en-US"/>
          </a:p>
        </p:txBody>
      </p:sp>
      <p:sp>
        <p:nvSpPr>
          <p:cNvPr id="6" name="Замещающее содержимое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7070" y="3020695"/>
            <a:ext cx="3315970" cy="119824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На втором уровне есть 2 врага, которые также пытаются убить игрока</a:t>
            </a:r>
            <a:endParaRPr lang="ru-RU" altLang="en-US"/>
          </a:p>
        </p:txBody>
      </p:sp>
      <p:pic>
        <p:nvPicPr>
          <p:cNvPr id="5" name="Изображение 4" descr="Снимок экрана (1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0" y="1582420"/>
            <a:ext cx="7244715" cy="40747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130165" y="610870"/>
            <a:ext cx="6003290" cy="705485"/>
          </a:xfrm>
        </p:spPr>
        <p:txBody>
          <a:bodyPr>
            <a:normAutofit fontScale="90000"/>
          </a:bodyPr>
          <a:p>
            <a:r>
              <a:rPr lang="ru-RU" altLang="en-US"/>
              <a:t>Сцена финальной победы</a:t>
            </a:r>
            <a:endParaRPr lang="ru-RU" altLang="en-US"/>
          </a:p>
        </p:txBody>
      </p:sp>
      <p:sp>
        <p:nvSpPr>
          <p:cNvPr id="6" name="Замещающее содержимое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7070" y="3020695"/>
            <a:ext cx="3315970" cy="119824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altLang="en-US"/>
              <a:t>На этой сцене мы можем перейти в главное меню или пройти уровень снова</a:t>
            </a:r>
            <a:endParaRPr lang="ru-RU" altLang="en-US"/>
          </a:p>
        </p:txBody>
      </p:sp>
      <p:pic>
        <p:nvPicPr>
          <p:cNvPr id="3" name="Изображение 2" descr="Снимок экрана (2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070" y="1864995"/>
            <a:ext cx="7256145" cy="40817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WPS Presentation</Application>
  <PresentationFormat>Широкоэкранный</PresentationFormat>
  <Paragraphs>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1_WPS</vt:lpstr>
      <vt:lpstr>PowerPoint 演示文稿</vt:lpstr>
      <vt:lpstr>Главное меню</vt:lpstr>
      <vt:lpstr>PowerPoint 演示文稿</vt:lpstr>
      <vt:lpstr>Первый уровень</vt:lpstr>
      <vt:lpstr>Сцена поражения</vt:lpstr>
      <vt:lpstr>Сцена победы</vt:lpstr>
      <vt:lpstr>Второй уровень</vt:lpstr>
      <vt:lpstr>Сцена финальной победы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арлан</dc:creator>
  <cp:lastModifiedBy>арлан</cp:lastModifiedBy>
  <cp:revision>4</cp:revision>
  <dcterms:created xsi:type="dcterms:W3CDTF">2026-06-30T15:57:00Z</dcterms:created>
  <dcterms:modified xsi:type="dcterms:W3CDTF">2026-07-01T04:18:21Z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55A95B009C03483CA12E7D63C43C2AAA_11</vt:lpwstr>
  </property>
</Properties>
</file>